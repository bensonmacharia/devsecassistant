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API Security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Never log passwords or authentication tokens.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